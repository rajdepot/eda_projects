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EDA Summary: Student Exam Score Dataset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Insights &amp; Findings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Study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Insights:</a:t>
            </a:r>
          </a:p>
          <a:p>
            <a:pPr lvl="1"/>
            <a:r>
              <a:t>More than 4 hours/day → significantly higher exam scores</a:t>
            </a:r>
          </a:p>
          <a:p>
            <a:pPr lvl="1"/>
            <a:r>
              <a:t>Clear positive linear relationship with exam_score</a:t>
            </a:r>
          </a:p>
          <a:p>
            <a:pPr lvl="1"/>
            <a:r>
              <a:t>High-intensity study patterns show +10–15 point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Sleep Quality &amp; Duration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Patterns:</a:t>
            </a:r>
          </a:p>
          <a:p>
            <a:pPr lvl="1"/>
            <a:r>
              <a:t>Good/Excellent sleep quality associated with higher scores</a:t>
            </a:r>
          </a:p>
          <a:p>
            <a:pPr lvl="1"/>
            <a:r>
              <a:t>Optimal sleep duration = 7–8 hours</a:t>
            </a:r>
          </a:p>
          <a:p>
            <a:pPr lvl="1"/>
            <a:r>
              <a:t>Very short or long sleep durations correlate with lower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 of Exam Difficulty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Findings:</a:t>
            </a:r>
          </a:p>
          <a:p>
            <a:pPr lvl="1"/>
            <a:r>
              <a:t>Hard exams reduce average scores by 12–18 points</a:t>
            </a:r>
          </a:p>
          <a:p>
            <a:pPr lvl="1"/>
            <a:r>
              <a:t>Highest variability in score distribution for hard exams</a:t>
            </a:r>
          </a:p>
          <a:p>
            <a:pPr lvl="1"/>
            <a:r>
              <a:t>Difficulty level is a major performance predictor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Course, Gender, &amp; Study Method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Observations:</a:t>
            </a:r>
          </a:p>
          <a:p>
            <a:pPr lvl="1"/>
            <a:r>
              <a:t>Some courses consistently outperform others</a:t>
            </a:r>
          </a:p>
          <a:p>
            <a:pPr lvl="1"/>
            <a:r>
              <a:t>Gender differences are minimal and statistically insignificant</a:t>
            </a:r>
          </a:p>
          <a:p>
            <a:pPr lvl="1"/>
            <a:r>
              <a:t>Structured/coaching-based study methods yield slightly better scores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Study habits, exam difficulty, and lifestyle factors such as sleep quality are the strongest influences on academic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